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examine the ethical dimensions of building and deploying artificial intelligence. We will trace why ethics became central to AI, then work through six recurring concerns: bias and fairness, transparency and explainability, privacy and data governance, accountability, workforce and societal impact, and the governance frameworks that translate these values into operational rules. The goal is not to memorise a code of conduct but to develop a habit of asking who is affected, how, and who answers for it.</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For decades AI lived mostly in research settings where mistakes were academic. Once models began screening job applicants, scoring loan applications, triaging patients, and guiding policing, their outputs carried real consequences for people's livelihoods, health, and liberty. Scale is the key difference: a biased human recruiter affects hundreds of candidates; a biased model can affect millions identically. High-profile failures — discriminatory recruiting tools, flawed facial recognition arrests, unequal healthcare risk scores — moved ethics from a philosophical footnote to a core engineering and business requirement, and pushed regulators to act.</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Bias has several entry points. Training data may under-represent some groups; labels may reflect biased human judgement; proxy variables like postcode can smuggle in race or class; and objective functions optimise averages that hide subgroup harm. Fairness is the effort to ensure systems do not systematically disadvantage people by gender, race, age, disability, or other protected attributes. Importantly, fairness is contested: demographic parity, equalised odds, and calibration are mathematically incompatible in most realistic settings, so teams must justify a choice rather than claim neutrality. Practical mitigation includes representative data collection, bias audits, disaggregated accuracy reporting, and human review of high-stakes decisions.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Deep networks and large ensembles achieve strong accuracy but resist inspection. Distinguish two ideas: transparency is organisational disclosure — what data, what model, what purpose, what limitations, often documented in model cards or datasheets. Explainability is technical — giving a reason for a particular output, using tools like feature attribution, SHAP, LIME, or counterfactual explanations. There is often a trade-off with performance, and regulated domains increasingly demand a meaningful explanation. Privacy raises a parallel tension: better models generally want more data, while individuals have rights over their information. Responsible data governance covers lawful basis and consent, minimisation, secure storage, purpose limitation, retention limits, and re-identification risk. Techniques such as anonymisation, differential privacy, and federated learning reduce, but do not eliminate, exposure.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an AI system harms someone, responsibility is diffuse: the data vendor, the model developer, the integrator, and the deploying organisation each contributed. Accountability frameworks aim to leave a clear answer to 'who is responsible?' through documented ownership, logging and audit trails, algorithmic impact assessments before deployment, meaningful human oversight rather than rubber-stamping, and accessible channels for appeal and redress. On the workforce side, evidence suggests AI automates tasks more than whole occupations — displacing routine work, augmenting skilled work, and creating roles such as data curation, model auditing, and prompt and oversight design. The ethical question is distributional: who bears the adjustment costs, which regions and skill levels benefit, and what reskilling and transition support employers and governments provide.</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Principles alone do not change practice; governance frameworks convert them into procedures. The EU AI Act classifies systems by risk, banning some uses and imposing conformity assessment, documentation, and human oversight on high-risk applications. The US NIST AI Risk Management Framework offers a voluntary cycle — govern, map, measure, manage — for identifying and mitigating risk across the lifecycle. ISO/IEC 42001 provides a certifiable AI management system standard, and the OECD and UNESCO principles supply internationally agreed values. Inside organisations, responsible practice means ethics review boards, model documentation, pre-deployment impact assessment, ongoing monitoring for drift and disparate impact, and incident reporting.</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close: ethics in AI is not an add-on applied after the model works. Each concern we covered has a technical, organisational, and social layer. Bias arises from data and design choices; transparency and explainability determine whether decisions can be contested; privacy governance sets limits on data use; accountability assigns responsibility when things go wrong; workforce impacts distribute gains and losses unevenly; and governance frameworks give all of this operational teeth. When you evaluate any proposed deployment, ask systematically: who could be harmed, how would we detect it, and who answers for it?</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presentation targets MO5 directly: students gain the vocabulary and analytical checklist needed to evaluate bias, transparency, privacy, and accountability risks in a proposed AI deployment within a specific domain such as hiring, lending, healthcare, or policing. MO1 through MO4 concern definitions of AI, the Turing test, narrow versus general intelligence, and the historical AI winters; those are covered in other sessions of the module and are not addressed here.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Considerations in AI Practice</a:t>
            </a:r>
          </a:p>
        </p:txBody>
      </p:sp>
      <p:sp>
        <p:nvSpPr>
          <p:cNvPr id="3" name="Content Placeholder 2"/>
          <p:cNvSpPr>
            <a:spLocks noGrp="1"/>
          </p:cNvSpPr>
          <p:nvPr>
            <p:ph idx="1"/>
          </p:nvPr>
        </p:nvSpPr>
        <p:spPr/>
        <p:txBody>
          <a:bodyPr/>
          <a:lstStyle/>
          <a:p>
            <a:pPr algn="ctr">
              <a:buNone/>
            </a:pPr>
            <a:r>
              <a:rPr lang="en-US" dirty="0"/>
              <a:t>How bias, transparency, privacy, accountability, and governance shape responsible AI today</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Ethics Became Central to AI</a:t>
            </a:r>
          </a:p>
        </p:txBody>
      </p:sp>
      <p:sp>
        <p:nvSpPr>
          <p:cNvPr id="3" name="Content Placeholder 2"/>
          <p:cNvSpPr>
            <a:spLocks noGrp="1"/>
          </p:cNvSpPr>
          <p:nvPr>
            <p:ph idx="1"/>
          </p:nvPr>
        </p:nvSpPr>
        <p:spPr/>
        <p:txBody>
          <a:bodyPr/>
          <a:lstStyle/>
          <a:p>
            <a:r>
              <a:rPr lang="en-US" dirty="0"/>
              <a:t>AI moved from labs into hiring, lending, healthcare, policing</a:t>
            </a:r>
          </a:p>
          <a:p>
            <a:r>
              <a:rPr lang="en-US" dirty="0"/>
              <a:t>Decisions now affect real people at large scale</a:t>
            </a:r>
          </a:p>
          <a:p>
            <a:r>
              <a:rPr lang="en-US" dirty="0"/>
              <a:t>Errors replicate systematically, not just occasionally</a:t>
            </a:r>
          </a:p>
          <a:p>
            <a:r>
              <a:rPr lang="en-US" dirty="0"/>
              <a:t>Ethics shifted from philosophical footnote to core requirement</a:t>
            </a:r>
          </a:p>
          <a:p>
            <a:r>
              <a:rPr lang="en-US" dirty="0"/>
              <a:t>Public trust and regulation now shape deployment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and Fairness in AI Systems</a:t>
            </a:r>
          </a:p>
        </p:txBody>
      </p:sp>
      <p:sp>
        <p:nvSpPr>
          <p:cNvPr id="3" name="Content Placeholder 2"/>
          <p:cNvSpPr>
            <a:spLocks noGrp="1"/>
          </p:cNvSpPr>
          <p:nvPr>
            <p:ph idx="1"/>
          </p:nvPr>
        </p:nvSpPr>
        <p:spPr/>
        <p:txBody>
          <a:bodyPr/>
          <a:lstStyle/>
          <a:p>
            <a:r>
              <a:rPr lang="en-US" dirty="0"/>
              <a:t>Bias enters via unrepresentative data and flawed labels</a:t>
            </a:r>
          </a:p>
          <a:p>
            <a:r>
              <a:rPr lang="en-US" dirty="0"/>
              <a:t>Design choices can encode historical inequities</a:t>
            </a:r>
          </a:p>
          <a:p>
            <a:r>
              <a:rPr lang="en-US" dirty="0"/>
              <a:t>Fairness: avoid systematic disadvantage to protected groups</a:t>
            </a:r>
          </a:p>
          <a:p>
            <a:r>
              <a:rPr lang="en-US" dirty="0"/>
              <a:t>Competing fairness definitions cannot all be satisfied simultaneously</a:t>
            </a:r>
          </a:p>
          <a:p>
            <a:r>
              <a:rPr lang="en-US" dirty="0"/>
              <a:t>Mitigation: audits, diverse data, disaggregated performance testing</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Transparency, Explainability, and Privacy</a:t>
            </a:r>
          </a:p>
        </p:txBody>
      </p:sp>
      <p:sp>
        <p:nvSpPr>
          <p:cNvPr id="3" name="Content Placeholder 2"/>
          <p:cNvSpPr>
            <a:spLocks noGrp="1"/>
          </p:cNvSpPr>
          <p:nvPr>
            <p:ph idx="1"/>
          </p:nvPr>
        </p:nvSpPr>
        <p:spPr/>
        <p:txBody>
          <a:bodyPr/>
          <a:lstStyle/>
          <a:p>
            <a:r>
              <a:rPr lang="en-US" dirty="0"/>
              <a:t>High-performing models often behave as opaque black boxes</a:t>
            </a:r>
          </a:p>
          <a:p>
            <a:r>
              <a:rPr lang="en-US" dirty="0"/>
              <a:t>Transparency discloses how a system works overall</a:t>
            </a:r>
          </a:p>
          <a:p>
            <a:r>
              <a:rPr lang="en-US" dirty="0"/>
              <a:t>Explainability justifies individual decisions to affected people</a:t>
            </a:r>
          </a:p>
          <a:p>
            <a:r>
              <a:rPr lang="en-US" dirty="0"/>
              <a:t>AI depends on large volumes of personal data</a:t>
            </a:r>
          </a:p>
          <a:p>
            <a:r>
              <a:rPr lang="en-US" dirty="0"/>
              <a:t>Govern collection, consent, storage, use, and retention</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Accountability and Workforce Impact</a:t>
            </a:r>
          </a:p>
        </p:txBody>
      </p:sp>
      <p:sp>
        <p:nvSpPr>
          <p:cNvPr id="3" name="Content Placeholder 2"/>
          <p:cNvSpPr>
            <a:spLocks noGrp="1"/>
          </p:cNvSpPr>
          <p:nvPr>
            <p:ph idx="1"/>
          </p:nvPr>
        </p:nvSpPr>
        <p:spPr/>
        <p:txBody>
          <a:bodyPr/>
          <a:lstStyle/>
          <a:p>
            <a:r>
              <a:rPr lang="en-US" dirty="0"/>
              <a:t>Harm responsibility spread across data providers, developers, vendors, deployers</a:t>
            </a:r>
          </a:p>
          <a:p>
            <a:r>
              <a:rPr lang="en-US" dirty="0"/>
              <a:t>Accountability frameworks ensure someone answers for outcomes</a:t>
            </a:r>
          </a:p>
          <a:p>
            <a:r>
              <a:rPr lang="en-US" dirty="0"/>
              <a:t>Tools: audit trails, impact assessments, human oversight, redress</a:t>
            </a:r>
          </a:p>
          <a:p>
            <a:r>
              <a:rPr lang="en-US" dirty="0"/>
              <a:t>Automation displaces tasks, augments others, creates new roles</a:t>
            </a:r>
          </a:p>
          <a:p>
            <a:r>
              <a:rPr lang="en-US" dirty="0"/>
              <a:t>Uneven effects across workers and regions raise ethical questions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Governance Frameworks and Responsible Practice</a:t>
            </a:r>
          </a:p>
        </p:txBody>
      </p:sp>
      <p:sp>
        <p:nvSpPr>
          <p:cNvPr id="3" name="Content Placeholder 2"/>
          <p:cNvSpPr>
            <a:spLocks noGrp="1"/>
          </p:cNvSpPr>
          <p:nvPr>
            <p:ph idx="1"/>
          </p:nvPr>
        </p:nvSpPr>
        <p:spPr/>
        <p:txBody>
          <a:bodyPr/>
          <a:lstStyle/>
          <a:p>
            <a:r>
              <a:rPr lang="en-US" dirty="0"/>
              <a:t>Governments, standards bodies, industry groups publish AI principles</a:t>
            </a:r>
          </a:p>
          <a:p>
            <a:r>
              <a:rPr lang="en-US" dirty="0"/>
              <a:t>EU AI Act applies risk-tiered legal obligations</a:t>
            </a:r>
          </a:p>
          <a:p>
            <a:r>
              <a:rPr lang="en-US" dirty="0"/>
              <a:t>NIST AI RMF: govern, map, measure, manage</a:t>
            </a:r>
          </a:p>
          <a:p>
            <a:r>
              <a:rPr lang="en-US" dirty="0"/>
              <a:t>ISO/IEC 42001 and OECD principles guide organisations</a:t>
            </a:r>
          </a:p>
          <a:p>
            <a:r>
              <a:rPr lang="en-US" dirty="0"/>
              <a:t>Frameworks turn abstract values into operational requirements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Real-world deployment made ethics an engineering responsibility</a:t>
            </a:r>
          </a:p>
          <a:p>
            <a:r>
              <a:rPr lang="en-US" dirty="0"/>
              <a:t>Bias, opacity, and privacy risks originate in data and design</a:t>
            </a:r>
          </a:p>
          <a:p>
            <a:r>
              <a:rPr lang="en-US" dirty="0"/>
              <a:t>Accountability requires named owners, documentation, oversight, and redress</a:t>
            </a:r>
          </a:p>
          <a:p>
            <a:r>
              <a:rPr lang="en-US" dirty="0"/>
              <a:t>Workforce effects are uneven and demand deliberate policy</a:t>
            </a:r>
          </a:p>
          <a:p>
            <a:r>
              <a:rPr lang="en-US" dirty="0"/>
              <a:t>Governance frameworks operationalise ethics across the AI lifecycle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Not addressed — four definitional approaches lie outside this topic</a:t>
            </a:r>
          </a:p>
          <a:p>
            <a:r>
              <a:rPr lang="en-US" dirty="0"/>
              <a:t>MO2: Not addressed — Turing's imitation game not covered here</a:t>
            </a:r>
          </a:p>
          <a:p>
            <a:r>
              <a:rPr lang="en-US" dirty="0"/>
              <a:t>MO3: Not addressed — weak versus strong AI classification not discussed</a:t>
            </a:r>
          </a:p>
          <a:p>
            <a:r>
              <a:rPr lang="en-US" dirty="0"/>
              <a:t>MO4: Not addressed — AI winters and their causes not examined</a:t>
            </a:r>
          </a:p>
          <a:p>
            <a:r>
              <a:rPr lang="en-US" dirty="0"/>
              <a:t>MO5: Fully supported — bias, transparency, privacy, accountability risks in deployments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8</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Ethical Considerations in AI Practice</dc:title>
  <dc:creator>CourseBuilder+</dc:creator>
  <cp:lastModifiedBy>CourseBuilder+</cp:lastModifiedBy>
  <dcterms:created xsi:type="dcterms:W3CDTF">2026-09-28T16:31:56Z</dcterms:created>
  <dcterms:modified xsi:type="dcterms:W3CDTF">2026-09-28T16:31:56Z</dcterms:modified>
</cp:coreProperties>
</file>